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Flappy Poeing: a pixel-art hybrid of one-tap arcade, bullet-hell and living weather, built as a feasible solo Unity 2D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minutes, five questions, one buildable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Flappy Bird proved one thumb can obsess the world, but the loop is thin. Bullet-hell has spectacle and an onboarding cliff. The gap between them is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tap lifts the nose and awards +1. Gravity, wind, rain, birds and bullets all share one collision language. Score thresholds rewrite the weather and summon bosses.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feature breaks a pillar, it does not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Cream fuselage, copper wings, teal glass. Generous visual sprite, tight collision capsule on the fuselage only — the player trusts the 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to climb and score. Read the sky. Endure the weather. Survive the boss barrage. Cross into a new biome. Never a second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Flocks cruise, dive and scatter from a pool. Rain cuts readability, wind shears the arc, lightning denies a lane — difficulty without a second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Scripted rings, fans, spirals and aimed shots. Colour-coded families, guaranteed safe lanes, pooled sprites with a hard projectile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tap still scores during a boss. Surviving is the gate; greed is the high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chapter select. The run is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palette, magenta-keyed sheets, pixel-crisp at any scale. The sprite bible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system maps to a stock Unity feature. No custom renderer, no netcode, no procedural generation. The risk is design, not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 slice by week 4. Weather — the thesis feature — lands weeks 7 to 8. Content freeze week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defendable thesis: hybrid loop, environment as a first-class difficulty axis, menu-free progression, and a complete student production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 perception: plane identity, three biomes, named bosses. Difficulty spike: fuselage hitbox, telegraphs, bullet-free biome one, assist slow-mo. Scope creep: no shop, no skins, no multiplayer.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hop is the only mechanic that has to be perfect. Thank you —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title-sk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3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86868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PROJECT PROPOSAL   ·   UNITY 2D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25880"/>
            <a:ext cx="10515600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Flappy Poeing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climb.  Dodge to survive.  Weather to endure.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questions.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game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072384" y="32461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A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072384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plays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321808" y="32461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A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571232" y="32461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A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7571232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ship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820656" y="32461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A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9820656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contributes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hero-daw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88620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343400"/>
            <a:ext cx="960120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 is still empty.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pilla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5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91440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71600"/>
            <a:ext cx="685800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tap.</a:t>
            </a:r>
            <a:endParaRPr lang="en-US" sz="7200" dirty="0"/>
          </a:p>
          <a:p>
            <a:pPr algn="l" indent="0" marL="0">
              <a:lnSpc>
                <a:spcPts val="76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point.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977640"/>
            <a:ext cx="73152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sky that scores every heartbeat.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PILLARS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1714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657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verb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617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is lift, score, and dodge.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39312" y="283464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1714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59352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59352" y="3657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as character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959352" y="4617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changes physics.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55664" y="283464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1714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75704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75704" y="3657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spectacle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775704" y="4617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never hides threat.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72016" y="283464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1714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92056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592056" y="3657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as story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592056" y="4617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menus. No skill tree.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plane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6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57200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CRAFT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983480"/>
            <a:ext cx="73152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Poeing.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5440680"/>
            <a:ext cx="585216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 fighter — not a bird.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sk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4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10515600" cy="201168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seconds.</a:t>
            </a:r>
            <a:endParaRPr lang="en-US" sz="56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hundred points.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0A0912">
              <a:alpha val="78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526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072384" y="4160520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0A0912">
              <a:alpha val="78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72384" y="4526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321808" y="4160520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0A0912">
              <a:alpha val="78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21808" y="4526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Endure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571232" y="4160520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0A0912">
              <a:alpha val="78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71232" y="4526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9820656" y="4160520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0A0912">
              <a:alpha val="78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820656" y="4526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sk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914400"/>
            <a:ext cx="713232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 01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71600"/>
            <a:ext cx="7132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Skies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97480"/>
            <a:ext cx="7132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29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713232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tap.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st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4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206240" y="914400"/>
            <a:ext cx="713232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 02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1371600"/>
            <a:ext cx="7132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r" indent="0" marL="0">
              <a:lnSpc>
                <a:spcPts val="58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Thunderfront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2697480"/>
            <a:ext cx="7132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– 69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3566160"/>
            <a:ext cx="713232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 turns against you.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se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4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914400"/>
            <a:ext cx="713232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 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71600"/>
            <a:ext cx="71323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Sea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97480"/>
            <a:ext cx="7132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+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713232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low or drown in spray.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bir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5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93192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WILDLIFE &amp; WEATHER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Birds are living pipes.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5532120"/>
            <a:ext cx="100584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Storms are living difficulty.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bull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4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Bullet-hell,</a:t>
            </a:r>
            <a:endParaRPr lang="en-US" sz="6400" dirty="0"/>
          </a:p>
          <a:p>
            <a:pPr algn="l" indent="0" marL="0">
              <a:lnSpc>
                <a:spcPts val="7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taught by a thumb.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64592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DANMAKU LAYER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SCORE-GATED ENCOUNTERS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24128"/>
            <a:ext cx="10515600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bosses.</a:t>
            </a:r>
            <a:endParaRPr lang="en-US" sz="5200" dirty="0"/>
          </a:p>
        </p:txBody>
      </p:sp>
      <p:pic>
        <p:nvPicPr>
          <p:cNvPr id="4" name="Image 0" descr="D:\learning material\semeter 5 - FGU\deck\img\boss-eag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3270809" cy="1837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434840"/>
            <a:ext cx="3270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Tempest Eagle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919472"/>
            <a:ext cx="3270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30</a:t>
            </a:r>
            <a:endParaRPr lang="en-US" sz="1300" dirty="0"/>
          </a:p>
        </p:txBody>
      </p:sp>
      <p:pic>
        <p:nvPicPr>
          <p:cNvPr id="7" name="Image 1" descr="D:\learning material\semeter 5 - FGU\deck\img\boss-dreadnough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29" y="2286000"/>
            <a:ext cx="3270809" cy="1837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59529" y="4434840"/>
            <a:ext cx="3270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Ironwake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4459529" y="4919472"/>
            <a:ext cx="3270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70</a:t>
            </a:r>
            <a:endParaRPr lang="en-US" sz="1300" dirty="0"/>
          </a:p>
        </p:txBody>
      </p:sp>
      <p:pic>
        <p:nvPicPr>
          <p:cNvPr id="10" name="Image 2" descr="D:\learning material\semeter 5 - FGU\deck\img\boss-fortres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98" y="2286000"/>
            <a:ext cx="3270809" cy="18379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96098" y="4434840"/>
            <a:ext cx="3270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Sundown Citadel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8096098" y="4919472"/>
            <a:ext cx="3270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120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hero-daw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4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 is the campaign.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822960" y="33832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663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39312" y="33832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39312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3639312" y="4663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55664" y="33832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55664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6000" dirty="0"/>
          </a:p>
        </p:txBody>
      </p:sp>
      <p:sp>
        <p:nvSpPr>
          <p:cNvPr id="14" name="Text 11"/>
          <p:cNvSpPr txBox="1"/>
          <p:nvPr/>
        </p:nvSpPr>
        <p:spPr>
          <a:xfrm>
            <a:off x="6455664" y="4663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272016" y="33832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272016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6000" dirty="0"/>
          </a:p>
        </p:txBody>
      </p:sp>
      <p:sp>
        <p:nvSpPr>
          <p:cNvPr id="17" name="Text 14"/>
          <p:cNvSpPr txBox="1"/>
          <p:nvPr/>
        </p:nvSpPr>
        <p:spPr>
          <a:xfrm>
            <a:off x="9272016" y="4663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16-bit sky,</a:t>
            </a:r>
            <a:endParaRPr lang="en-US" sz="52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34747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71422"/>
          </a:solidFill>
          <a:ln/>
        </p:spPr>
      </p:sp>
      <p:pic>
        <p:nvPicPr>
          <p:cNvPr id="5" name="Image 0" descr="D:\learning material\semeter 5 - FGU\deck\img\sprite-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7033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983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91840" y="34747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71422"/>
          </a:solidFill>
          <a:ln/>
        </p:spPr>
      </p:sp>
      <p:pic>
        <p:nvPicPr>
          <p:cNvPr id="8" name="Image 1" descr="D:\learning material\semeter 5 - FGU\deck\img\sprite-bi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703320"/>
            <a:ext cx="1188720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4983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Flock bird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760720" y="34747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71422"/>
          </a:solidFill>
          <a:ln/>
        </p:spPr>
      </p:sp>
      <p:pic>
        <p:nvPicPr>
          <p:cNvPr id="11" name="Image 2" descr="D:\learning material\semeter 5 - FGU\deck\img\sprite-bu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703320"/>
            <a:ext cx="1188720" cy="11887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4983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bolt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0" y="3474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DD9A0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822960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555480" y="3474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6E7FA8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55548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881360" y="3474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E2925A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88136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pilla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5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10515600" cy="19202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2D.</a:t>
            </a:r>
            <a:endParaRPr lang="en-US" sz="56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exotic.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822960" y="393192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9319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input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11296" y="393192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11296" y="39319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Rigidbody2D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9632" y="393192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99632" y="39319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service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887968" y="393192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887968" y="39319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 director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470916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70916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stack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511296" y="470916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511296" y="470916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pool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9632" y="470916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99632" y="470916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 FSM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887968" y="4709160"/>
            <a:ext cx="2478024" cy="566928"/>
          </a:xfrm>
          <a:prstGeom prst="roundRect">
            <a:avLst>
              <a:gd name="adj" fmla="val 16129"/>
            </a:avLst>
          </a:prstGeom>
          <a:solidFill>
            <a:srgbClr val="0A0912">
              <a:alpha val="80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887968" y="470916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collider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st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4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10515600" cy="19202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weeks.</a:t>
            </a:r>
            <a:endParaRPr lang="en-US" sz="56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developer.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822960" y="4023360"/>
            <a:ext cx="1604772" cy="1508760"/>
          </a:xfrm>
          <a:prstGeom prst="roundRect">
            <a:avLst>
              <a:gd name="adj" fmla="val 6061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251960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W1–2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160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10612" y="4023360"/>
            <a:ext cx="1604772" cy="1508760"/>
          </a:xfrm>
          <a:prstGeom prst="roundRect">
            <a:avLst>
              <a:gd name="adj" fmla="val 6061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10612" y="4251960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W3–4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610612" y="4709160"/>
            <a:ext cx="160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98264" y="4023360"/>
            <a:ext cx="1604772" cy="1508760"/>
          </a:xfrm>
          <a:prstGeom prst="roundRect">
            <a:avLst>
              <a:gd name="adj" fmla="val 6061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98264" y="4251960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W5–6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398264" y="4709160"/>
            <a:ext cx="160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Wildlife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85916" y="4023360"/>
            <a:ext cx="1604772" cy="1508760"/>
          </a:xfrm>
          <a:prstGeom prst="roundRect">
            <a:avLst>
              <a:gd name="adj" fmla="val 6061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85916" y="4251960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W7–8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85916" y="4709160"/>
            <a:ext cx="160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973568" y="4023360"/>
            <a:ext cx="1604772" cy="1508760"/>
          </a:xfrm>
          <a:prstGeom prst="roundRect">
            <a:avLst>
              <a:gd name="adj" fmla="val 6061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973568" y="4251960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W9–11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973568" y="4709160"/>
            <a:ext cx="160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Bosses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761220" y="4023360"/>
            <a:ext cx="1604772" cy="1508760"/>
          </a:xfrm>
          <a:prstGeom prst="roundRect">
            <a:avLst>
              <a:gd name="adj" fmla="val 6061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761220" y="4251960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W12–14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761220" y="4709160"/>
            <a:ext cx="160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scene-se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6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77724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CONTRIBUTION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10515600" cy="19202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clone.</a:t>
            </a:r>
            <a:endParaRPr lang="en-US" sz="56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thesis.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4224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617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loop study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639312" y="397764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13632" y="4224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913632" y="4617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as difficulty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455664" y="397764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9984" y="4224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29984" y="4617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as campaign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9272016" y="397764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0A0912">
              <a:alpha val="8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546336" y="4224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546336" y="4617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Unity pipeline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boss-fortr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46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840480"/>
            <a:ext cx="8229600" cy="292608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&amp; RISK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97680"/>
            <a:ext cx="105156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risks.</a:t>
            </a:r>
            <a:endParaRPr lang="en-US" sz="48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designed against.</a:t>
            </a:r>
            <a:endParaRPr lang="en-US" sz="4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learning material\semeter 5 - FGU\deck\img\hero-daw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D">
              <a:alpha val="5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 build this sky?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540000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scope.  Fourteen weeks.  Assets in hand.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Flappy Poeing</dc:title>
  <dc:subject>PptxGenJS Presentation</dc:subject>
  <dc:creator>Flappy Poeing</dc:creator>
  <cp:lastModifiedBy>Flappy Poeing</cp:lastModifiedBy>
  <cp:revision>1</cp:revision>
  <dcterms:created xsi:type="dcterms:W3CDTF">2026-09-18T03:38:43Z</dcterms:created>
  <dcterms:modified xsi:type="dcterms:W3CDTF">2026-09-18T03:38:43Z</dcterms:modified>
</cp:coreProperties>
</file>